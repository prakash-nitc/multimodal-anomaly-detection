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2951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16712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27248"/>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127248"/>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44068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4263216"/>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or entangled in an LLM prior, or accompanied by a trained adapter.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(13 views) and CUHK Avenue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13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13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71500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71500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861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6153912"/>
            <a:ext cx="10134295" cy="21031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(13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13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thirteen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13</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+0.034</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